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84" r:id="rId3"/>
    <p:sldId id="304" r:id="rId4"/>
    <p:sldId id="305" r:id="rId5"/>
    <p:sldId id="269" r:id="rId6"/>
    <p:sldId id="295" r:id="rId7"/>
    <p:sldId id="285" r:id="rId8"/>
    <p:sldId id="306" r:id="rId9"/>
    <p:sldId id="307" r:id="rId10"/>
    <p:sldId id="308" r:id="rId11"/>
    <p:sldId id="309" r:id="rId12"/>
    <p:sldId id="310" r:id="rId13"/>
    <p:sldId id="311" r:id="rId14"/>
    <p:sldId id="303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516C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920" autoAdjust="0"/>
  </p:normalViewPr>
  <p:slideViewPr>
    <p:cSldViewPr snapToGrid="0">
      <p:cViewPr varScale="1">
        <p:scale>
          <a:sx n="77" d="100"/>
          <a:sy n="77" d="100"/>
        </p:scale>
        <p:origin x="164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B97EB-06EE-446C-95A5-DE326E67427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1916B-C036-4D36-AD95-0958176DD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67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1916B-C036-4D36-AD95-0958176DD0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90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41916B-C036-4D36-AD95-0958176DD0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20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1916B-C036-4D36-AD95-0958176DD05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03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4F6BB-A20A-4327-957A-F62C0152B041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9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614" y="365126"/>
            <a:ext cx="6982736" cy="946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70" y="1431235"/>
            <a:ext cx="8325016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D9F5F-53FA-482B-AB37-09C0C51AE109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8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C19F0-1FB7-4AE0-896E-2777B6C62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1A712-EDB7-40AC-82A3-56B13AD35DCB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1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E653-0687-49AE-A82B-61AD90EEDCEA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9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652" y="365126"/>
            <a:ext cx="6971889" cy="9594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E5A9-8516-4D2E-B7D3-5F9C96E6AC5F}" type="datetime1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15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222E-906E-422A-A903-E98A694A1638}" type="datetime1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52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D4889-A93F-406E-9BCD-BA5001C724A4}" type="datetime1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34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9D129-78E9-4AF5-89EF-D38EBCD64564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7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8A953-CD7D-4914-ABE5-4BA8E1CB4EB4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91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109E3-80C3-426F-BBA6-04217970F3F5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22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88B5B-2D8D-4375-A067-191889F260A0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8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614" y="365126"/>
            <a:ext cx="6982736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408" y="1447137"/>
            <a:ext cx="8091943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38243" y="6520441"/>
            <a:ext cx="1147807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B8622-D05B-4703-A5B7-A71C4A774401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528987"/>
            <a:ext cx="30861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528987"/>
            <a:ext cx="20574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DEB95-5238-4E99-AF16-96D4A1903F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85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49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48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68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6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6836D-FCAE-AB6E-FB00-A8AAE3E82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75" y="1431235"/>
            <a:ext cx="8325016" cy="4866198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467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E8D5B-7520-A900-2970-502639E6A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F64E-07D4-7D3D-FB07-5EE4FE1F4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191" y="1683898"/>
            <a:ext cx="5490167" cy="3826565"/>
          </a:xfrm>
        </p:spPr>
        <p:txBody>
          <a:bodyPr>
            <a:noAutofit/>
          </a:bodyPr>
          <a:lstStyle/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ED5F0-49AD-8B06-85EF-EC402AA9C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3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01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789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55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51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06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92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92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DEB95-5238-4E99-AF16-96D4A1903F90}" type="slidenum">
              <a:rPr lang="en-US" smtClean="0"/>
              <a:t>14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051384" y="2585256"/>
            <a:ext cx="63165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2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GB" sz="7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19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Java-Chapter 1 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Java-Chapter 1 4</Template>
  <TotalTime>1349</TotalTime>
  <Words>12</Words>
  <Application>Microsoft Office PowerPoint</Application>
  <PresentationFormat>On-screen Show (4:3)</PresentationFormat>
  <Paragraphs>11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Java-Chapter 1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vhchuong</dc:creator>
  <cp:lastModifiedBy>ADMIN</cp:lastModifiedBy>
  <cp:revision>155</cp:revision>
  <dcterms:created xsi:type="dcterms:W3CDTF">2017-05-20T05:08:45Z</dcterms:created>
  <dcterms:modified xsi:type="dcterms:W3CDTF">2026-06-03T13:47:31Z</dcterms:modified>
</cp:coreProperties>
</file>